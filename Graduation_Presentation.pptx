
<file path=[Content_Types].xml><?xml version="1.0" encoding="utf-8"?>
<Types xmlns="http://schemas.openxmlformats.org/package/2006/content-types">
  <Default Extension="png" ContentType="image/png"/>
  <Default Extension="jpg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25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Relationship Id="rId8" Type="http://schemas.openxmlformats.org/officeDocument/2006/relationships/image" Target="../media/example_output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80000">
            <a:off x="7498080" y="-914400"/>
            <a:ext cx="5669280" cy="8686800"/>
          </a:xfrm>
          <a:prstGeom prst="rect">
            <a:avLst/>
          </a:prstGeom>
          <a:solidFill>
            <a:srgbClr val="9E7B3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420000">
            <a:off x="8778240" y="-914400"/>
            <a:ext cx="4572000" cy="8686800"/>
          </a:xfrm>
          <a:prstGeom prst="rect">
            <a:avLst/>
          </a:prstGeom>
          <a:solidFill>
            <a:srgbClr val="D4A95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40000">
            <a:off x="9784080" y="-914400"/>
            <a:ext cx="3291840" cy="8686800"/>
          </a:xfrm>
          <a:prstGeom prst="rect">
            <a:avLst/>
          </a:prstGeom>
          <a:solidFill>
            <a:srgbClr val="F0EADB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417320"/>
            <a:ext cx="502920" cy="0"/>
          </a:xfrm>
          <a:prstGeom prst="line">
            <a:avLst/>
          </a:prstGeom>
          <a:noFill/>
          <a:ln w="31750">
            <a:solidFill>
              <a:srgbClr val="D4A9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·  SWE492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20574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Exposure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85216" y="3063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Darkroom Studio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browser-based, AI-assisted kiosk for double exposure photography — entirely client-side, no backend.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5257800"/>
            <a:ext cx="6858000" cy="0"/>
          </a:xfrm>
          <a:prstGeom prst="line">
            <a:avLst/>
          </a:prstGeom>
          <a:noFill/>
          <a:ln w="12700">
            <a:solidFill>
              <a:srgbClr val="333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Presented by   </a:t>
            </a:r>
            <a:r>
              <a:rPr lang="en-US" sz="14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Shanaa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Supervisor   </a:t>
            </a:r>
            <a:r>
              <a:rPr lang="en-US" sz="14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Fadi Al-Turjman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East University · Faculty of Engineering · Department of Software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9509760" y="-1097280"/>
            <a:ext cx="4206240" cy="9144000"/>
          </a:xfrm>
          <a:prstGeom prst="rect">
            <a:avLst/>
          </a:prstGeom>
          <a:solidFill>
            <a:srgbClr val="D4A95A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10607040" y="-1097280"/>
            <a:ext cx="3108960" cy="9144000"/>
          </a:xfrm>
          <a:prstGeom prst="rect">
            <a:avLst/>
          </a:prstGeom>
          <a:solidFill>
            <a:srgbClr val="F0EADB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8541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9" y="2338487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756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37360" y="2423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126480" y="187452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9088" y="218541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159" y="2338487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0756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223760" y="2423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080" y="329184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360273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759" y="375580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493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73736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126480" y="329184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19088" y="360273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159" y="375580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34930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22376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640080" y="470916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32688" y="502005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759" y="5173127"/>
            <a:ext cx="260787" cy="2607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37360" y="49103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173736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6126480" y="4709160"/>
            <a:ext cx="5212080" cy="11887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19088" y="5020056"/>
            <a:ext cx="566928" cy="566928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159" y="5173127"/>
            <a:ext cx="260787" cy="2607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49103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722376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new tool?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73736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12848"/>
            <a:ext cx="640080" cy="64008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2" y="238567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67004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Photoshop-level skill required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257800" cy="173736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212848"/>
            <a:ext cx="640080" cy="64008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062" y="238567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deploy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406640" y="267004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Installs, accounts, cloud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73736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78808"/>
            <a:ext cx="640080" cy="64008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942" y="435163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freezing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874520" y="4636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 blocks the UI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257800" cy="173736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78808"/>
            <a:ext cx="640080" cy="64008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062" y="4351630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limits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406640" y="4636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Secure-context only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0370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2860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01168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Client-side, no backend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73368" y="220370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2860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6872" y="201168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subject segmentation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1248" y="316382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2461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297180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no freezing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73368" y="316382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2461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76872" y="297180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blend modes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40080" y="393192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1248" y="412394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2062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44752" y="39319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effects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172200" y="393192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73368" y="412394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20624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76872" y="39319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phone upload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40080" y="489204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41248" y="508406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166360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44752" y="489204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capture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172200" y="4892040"/>
            <a:ext cx="5257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73368" y="5084064"/>
            <a:ext cx="402336" cy="40233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5166360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76872" y="489204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JPG / WEBP export</a:t>
            </a:r>
            <a:endParaRPr lang="en-US" sz="1500" dirty="0"/>
          </a:p>
        </p:txBody>
      </p:sp>
      <p:sp>
        <p:nvSpPr>
          <p:cNvPr id="36" name="Text 26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786384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29384"/>
            <a:ext cx="493776" cy="493776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68" y="2062704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17830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10927080" cy="786384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843784"/>
            <a:ext cx="493776" cy="493776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68" y="2977104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974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43400" y="26974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· Web Workers · OffscreenCanvas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10927080" cy="786384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758184"/>
            <a:ext cx="493776" cy="493776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68" y="3891504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118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343400" y="36118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Selfie Segmentation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526280"/>
            <a:ext cx="10927080" cy="786384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" y="4672584"/>
            <a:ext cx="493776" cy="493776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568" y="4805904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5262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343400" y="45262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Ably Realtime channels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0080" y="5440680"/>
            <a:ext cx="10927080" cy="786384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5586984"/>
            <a:ext cx="493776" cy="493776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568" y="5720304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4068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343400" y="5440680"/>
            <a:ext cx="7040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ImgBB · QR codes · http.server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client-side — the browser is both interface and rendering engine.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658368"/>
          </a:xfrm>
          <a:prstGeom prst="rect">
            <a:avLst/>
          </a:prstGeom>
          <a:solidFill>
            <a:srgbClr val="D4A95A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304288"/>
            <a:ext cx="365760" cy="36576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081528"/>
            <a:ext cx="109728" cy="10972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1" name="Text 8"/>
          <p:cNvSpPr/>
          <p:nvPr/>
        </p:nvSpPr>
        <p:spPr>
          <a:xfrm>
            <a:off x="1152144" y="2990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interaction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630168"/>
            <a:ext cx="109728" cy="10972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3" name="Text 10"/>
          <p:cNvSpPr/>
          <p:nvPr/>
        </p:nvSpPr>
        <p:spPr>
          <a:xfrm>
            <a:off x="1152144" y="3538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178808"/>
            <a:ext cx="109728" cy="10972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5" name="Text 12"/>
          <p:cNvSpPr/>
          <p:nvPr/>
        </p:nvSpPr>
        <p:spPr>
          <a:xfrm>
            <a:off x="1152144" y="4087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727448"/>
            <a:ext cx="109728" cy="10972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7" name="Text 14"/>
          <p:cNvSpPr/>
          <p:nvPr/>
        </p:nvSpPr>
        <p:spPr>
          <a:xfrm>
            <a:off x="1152144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Ably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87952" y="34290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4526280" y="214884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26280" y="2148840"/>
            <a:ext cx="3520440" cy="658368"/>
          </a:xfrm>
          <a:prstGeom prst="rect">
            <a:avLst/>
          </a:prstGeom>
          <a:solidFill>
            <a:srgbClr val="9E7B36"/>
          </a:solidFill>
          <a:ln/>
        </p:spPr>
      </p:sp>
      <p:sp>
        <p:nvSpPr>
          <p:cNvPr id="21" name="Shape 18"/>
          <p:cNvSpPr/>
          <p:nvPr/>
        </p:nvSpPr>
        <p:spPr>
          <a:xfrm>
            <a:off x="4727448" y="2304288"/>
            <a:ext cx="365760" cy="36576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37744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39512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800600" y="3081528"/>
            <a:ext cx="109728" cy="109728"/>
          </a:xfrm>
          <a:prstGeom prst="ellipse">
            <a:avLst/>
          </a:prstGeom>
          <a:solidFill>
            <a:srgbClr val="9E7B36"/>
          </a:solidFill>
          <a:ln/>
        </p:spPr>
      </p:sp>
      <p:sp>
        <p:nvSpPr>
          <p:cNvPr id="25" name="Text 21"/>
          <p:cNvSpPr/>
          <p:nvPr/>
        </p:nvSpPr>
        <p:spPr>
          <a:xfrm>
            <a:off x="5038344" y="2990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OffscreenCanvas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800600" y="3630168"/>
            <a:ext cx="109728" cy="109728"/>
          </a:xfrm>
          <a:prstGeom prst="ellipse">
            <a:avLst/>
          </a:prstGeom>
          <a:solidFill>
            <a:srgbClr val="9E7B36"/>
          </a:solidFill>
          <a:ln/>
        </p:spPr>
      </p:sp>
      <p:sp>
        <p:nvSpPr>
          <p:cNvPr id="27" name="Text 23"/>
          <p:cNvSpPr/>
          <p:nvPr/>
        </p:nvSpPr>
        <p:spPr>
          <a:xfrm>
            <a:off x="5038344" y="3538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modes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800600" y="4178808"/>
            <a:ext cx="109728" cy="109728"/>
          </a:xfrm>
          <a:prstGeom prst="ellipse">
            <a:avLst/>
          </a:prstGeom>
          <a:solidFill>
            <a:srgbClr val="9E7B36"/>
          </a:solidFill>
          <a:ln/>
        </p:spPr>
      </p:sp>
      <p:sp>
        <p:nvSpPr>
          <p:cNvPr id="29" name="Text 25"/>
          <p:cNvSpPr/>
          <p:nvPr/>
        </p:nvSpPr>
        <p:spPr>
          <a:xfrm>
            <a:off x="5038344" y="4087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4800600" y="4727448"/>
            <a:ext cx="109728" cy="109728"/>
          </a:xfrm>
          <a:prstGeom prst="ellipse">
            <a:avLst/>
          </a:prstGeom>
          <a:solidFill>
            <a:srgbClr val="9E7B36"/>
          </a:solidFill>
          <a:ln/>
        </p:spPr>
      </p:sp>
      <p:sp>
        <p:nvSpPr>
          <p:cNvPr id="31" name="Text 27"/>
          <p:cNvSpPr/>
          <p:nvPr/>
        </p:nvSpPr>
        <p:spPr>
          <a:xfrm>
            <a:off x="5038344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8074152" y="34290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29"/>
          <p:cNvSpPr/>
          <p:nvPr/>
        </p:nvSpPr>
        <p:spPr>
          <a:xfrm>
            <a:off x="8412480" y="214884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412480" y="2148840"/>
            <a:ext cx="3520440" cy="658368"/>
          </a:xfrm>
          <a:prstGeom prst="rect">
            <a:avLst/>
          </a:prstGeom>
          <a:solidFill>
            <a:srgbClr val="5C594E"/>
          </a:solidFill>
          <a:ln/>
        </p:spPr>
      </p:sp>
      <p:sp>
        <p:nvSpPr>
          <p:cNvPr id="35" name="Shape 31"/>
          <p:cNvSpPr/>
          <p:nvPr/>
        </p:nvSpPr>
        <p:spPr>
          <a:xfrm>
            <a:off x="8613648" y="2304288"/>
            <a:ext cx="365760" cy="36576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2377440"/>
            <a:ext cx="219456" cy="219456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25712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700" dirty="0"/>
          </a:p>
        </p:txBody>
      </p:sp>
      <p:sp>
        <p:nvSpPr>
          <p:cNvPr id="38" name="Shape 33"/>
          <p:cNvSpPr/>
          <p:nvPr/>
        </p:nvSpPr>
        <p:spPr>
          <a:xfrm>
            <a:off x="8686800" y="3081528"/>
            <a:ext cx="109728" cy="109728"/>
          </a:xfrm>
          <a:prstGeom prst="ellipse">
            <a:avLst/>
          </a:prstGeom>
          <a:solidFill>
            <a:srgbClr val="5C594E"/>
          </a:solidFill>
          <a:ln/>
        </p:spPr>
      </p:sp>
      <p:sp>
        <p:nvSpPr>
          <p:cNvPr id="39" name="Text 34"/>
          <p:cNvSpPr/>
          <p:nvPr/>
        </p:nvSpPr>
        <p:spPr>
          <a:xfrm>
            <a:off x="8924544" y="2990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8686800" y="3630168"/>
            <a:ext cx="109728" cy="109728"/>
          </a:xfrm>
          <a:prstGeom prst="ellipse">
            <a:avLst/>
          </a:prstGeom>
          <a:solidFill>
            <a:srgbClr val="5C594E"/>
          </a:solidFill>
          <a:ln/>
        </p:spPr>
      </p:sp>
      <p:sp>
        <p:nvSpPr>
          <p:cNvPr id="41" name="Text 36"/>
          <p:cNvSpPr/>
          <p:nvPr/>
        </p:nvSpPr>
        <p:spPr>
          <a:xfrm>
            <a:off x="8924544" y="3538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8686800" y="4178808"/>
            <a:ext cx="109728" cy="109728"/>
          </a:xfrm>
          <a:prstGeom prst="ellipse">
            <a:avLst/>
          </a:prstGeom>
          <a:solidFill>
            <a:srgbClr val="5C594E"/>
          </a:solidFill>
          <a:ln/>
        </p:spPr>
      </p:sp>
      <p:sp>
        <p:nvSpPr>
          <p:cNvPr id="43" name="Text 38"/>
          <p:cNvSpPr/>
          <p:nvPr/>
        </p:nvSpPr>
        <p:spPr>
          <a:xfrm>
            <a:off x="8924544" y="4087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8686800" y="4727448"/>
            <a:ext cx="109728" cy="109728"/>
          </a:xfrm>
          <a:prstGeom prst="ellipse">
            <a:avLst/>
          </a:prstGeom>
          <a:solidFill>
            <a:srgbClr val="5C594E"/>
          </a:solidFill>
          <a:ln/>
        </p:spPr>
      </p:sp>
      <p:sp>
        <p:nvSpPr>
          <p:cNvPr id="45" name="Text 40"/>
          <p:cNvSpPr/>
          <p:nvPr/>
        </p:nvSpPr>
        <p:spPr>
          <a:xfrm>
            <a:off x="8924544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segmentation runs on the main thread — MediaPipe is not fully Web Worker compatible.</a:t>
            </a:r>
            <a:endParaRPr lang="en-US" sz="1250" dirty="0"/>
          </a:p>
        </p:txBody>
      </p:sp>
      <p:sp>
        <p:nvSpPr>
          <p:cNvPr id="47" name="Text 4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RENDERING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Rendering pipeline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1463040" cy="14173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8483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2423160"/>
            <a:ext cx="1463040" cy="1417320"/>
          </a:xfrm>
          <a:prstGeom prst="rect">
            <a:avLst/>
          </a:prstGeom>
          <a:solidFill>
            <a:srgbClr val="232330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7977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1" name="Text 9"/>
          <p:cNvSpPr/>
          <p:nvPr/>
        </p:nvSpPr>
        <p:spPr>
          <a:xfrm>
            <a:off x="277977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3172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075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31920" y="2423160"/>
            <a:ext cx="1463040" cy="14173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2569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16" name="Text 14"/>
          <p:cNvSpPr/>
          <p:nvPr/>
        </p:nvSpPr>
        <p:spPr>
          <a:xfrm>
            <a:off x="442569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7764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77840" y="2423160"/>
            <a:ext cx="1463040" cy="1417320"/>
          </a:xfrm>
          <a:prstGeom prst="rect">
            <a:avLst/>
          </a:prstGeom>
          <a:solidFill>
            <a:srgbClr val="232330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21" name="Text 19"/>
          <p:cNvSpPr/>
          <p:nvPr/>
        </p:nvSpPr>
        <p:spPr>
          <a:xfrm>
            <a:off x="607161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2356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2259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23760" y="2423160"/>
            <a:ext cx="1463040" cy="14173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1753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26" name="Text 24"/>
          <p:cNvSpPr/>
          <p:nvPr/>
        </p:nvSpPr>
        <p:spPr>
          <a:xfrm>
            <a:off x="771753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6851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869680" y="2423160"/>
            <a:ext cx="1463040" cy="1417320"/>
          </a:xfrm>
          <a:prstGeom prst="rect">
            <a:avLst/>
          </a:prstGeom>
          <a:solidFill>
            <a:srgbClr val="232330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6345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31" name="Text 29"/>
          <p:cNvSpPr/>
          <p:nvPr/>
        </p:nvSpPr>
        <p:spPr>
          <a:xfrm>
            <a:off x="936345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1540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1443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515600" y="2423160"/>
            <a:ext cx="1463040" cy="14173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009376" y="2606040"/>
            <a:ext cx="475488" cy="475488"/>
          </a:xfrm>
          <a:prstGeom prst="ellipse">
            <a:avLst/>
          </a:prstGeom>
          <a:solidFill>
            <a:srgbClr val="D4A95A"/>
          </a:solidFill>
          <a:ln/>
        </p:spPr>
      </p:sp>
      <p:sp>
        <p:nvSpPr>
          <p:cNvPr id="36" name="Text 34"/>
          <p:cNvSpPr/>
          <p:nvPr/>
        </p:nvSpPr>
        <p:spPr>
          <a:xfrm>
            <a:off x="1100937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56132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4526280"/>
            <a:ext cx="10927080" cy="109728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800600"/>
            <a:ext cx="548640" cy="54864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3" y="4948733"/>
            <a:ext cx="252374" cy="25237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691640" y="45262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a Web Worker — the interface never freezes, even during high-resolution compositing.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challenges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457200" cy="457200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1305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Main-thread blocking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Fix:  </a:t>
            </a:r>
            <a:r>
              <a:rPr lang="en-US" sz="15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 + OffscreenCanvas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927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2278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803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cold start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943600" y="28803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Fix:  </a:t>
            </a:r>
            <a:r>
              <a:rPr lang="en-US" sz="15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+ fallback mask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10927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24528"/>
            <a:ext cx="457200" cy="457200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3251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77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security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943600" y="39776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Fix:  </a:t>
            </a:r>
            <a:r>
              <a:rPr lang="en-US" sz="15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+ ?lanip= parameter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27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321808"/>
            <a:ext cx="457200" cy="457200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42239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Ably sync issues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943600" y="50749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7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Fix:  </a:t>
            </a:r>
            <a:r>
              <a:rPr lang="en-US" sz="1500" dirty="0">
                <a:solidFill>
                  <a:srgbClr val="3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IDs + sessionStorage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05740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21351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 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render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47288" y="1783080"/>
            <a:ext cx="2606040" cy="205740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21608" y="2011680"/>
            <a:ext cx="457200" cy="45720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052" y="213512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8456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300–800 ms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48456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segmentation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54496" y="1783080"/>
            <a:ext cx="2606040" cy="205740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28816" y="2011680"/>
            <a:ext cx="457200" cy="45720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21351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55664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modes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61704" y="1783080"/>
            <a:ext cx="2606040" cy="205740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36024" y="2011680"/>
            <a:ext cx="457200" cy="457200"/>
          </a:xfrm>
          <a:prstGeom prst="ellipse">
            <a:avLst/>
          </a:prstGeom>
          <a:solidFill>
            <a:srgbClr val="D4A95A">
              <a:alpha val="14000"/>
            </a:srgbClr>
          </a:solidFill>
          <a:ln w="12700">
            <a:solidFill>
              <a:srgbClr val="D4A95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9468" y="213512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262872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4160520"/>
            <a:ext cx="10927080" cy="1417320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0584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 ·  AI-assisted  ·  Phone upload  ·  Real-time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browsers can run advanced, AI-driven multimedia entirely on the client side.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7863840" y="-914400"/>
            <a:ext cx="5486400" cy="8686800"/>
          </a:xfrm>
          <a:prstGeom prst="rect">
            <a:avLst/>
          </a:prstGeom>
          <a:solidFill>
            <a:srgbClr val="9E7B3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9144000" y="-914400"/>
            <a:ext cx="4023360" cy="8686800"/>
          </a:xfrm>
          <a:prstGeom prst="rect">
            <a:avLst/>
          </a:prstGeom>
          <a:solidFill>
            <a:srgbClr val="D4A95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417320"/>
            <a:ext cx="502920" cy="0"/>
          </a:xfrm>
          <a:prstGeom prst="line">
            <a:avLst/>
          </a:prstGeom>
          <a:noFill/>
          <a:ln w="31750">
            <a:solidFill>
              <a:srgbClr val="D4A9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00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browser-native, AI-assisted kiosk that produces professional double exposure artwork with no backend.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4270248"/>
            <a:ext cx="310896" cy="31089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33425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4233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 bundling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8368" y="4773168"/>
            <a:ext cx="310896" cy="31089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83717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4736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integration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58368" y="5276088"/>
            <a:ext cx="310896" cy="31089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534009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52395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compositing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58368" y="5779008"/>
            <a:ext cx="310896" cy="310896"/>
          </a:xfrm>
          <a:prstGeom prst="ellipse">
            <a:avLst/>
          </a:prstGeom>
          <a:solidFill>
            <a:srgbClr val="D4A95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84301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5742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browser support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58368" y="6400800"/>
            <a:ext cx="6949440" cy="0"/>
          </a:xfrm>
          <a:prstGeom prst="line">
            <a:avLst/>
          </a:prstGeom>
          <a:noFill/>
          <a:ln w="12700">
            <a:solidFill>
              <a:srgbClr val="33333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D4A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Label"/>
          <p:cNvSpPr/>
          <p:nvPr/>
        </p:nvSpPr>
        <p:spPr>
          <a:xfrm>
            <a:off x="64008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RESULTS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603504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output</a:t>
            </a:r>
            <a:endParaRPr lang="en-US" sz="3800" dirty="0"/>
          </a:p>
        </p:txBody>
      </p:sp>
      <p:sp>
        <p:nvSpPr>
          <p:cNvPr id="4" name="Subtitle"/>
          <p:cNvSpPr/>
          <p:nvPr/>
        </p:nvSpPr>
        <p:spPr>
          <a:xfrm>
            <a:off x="640080" y="1737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merged with a forest scene — rendered entirely in the browser.</a:t>
            </a:r>
            <a:endParaRPr lang="en-US" sz="1400" dirty="0"/>
          </a:p>
        </p:txBody>
      </p:sp>
      <p:sp>
        <p:nvSpPr>
          <p:cNvPr id="5" name="Image Frame"/>
          <p:cNvSpPr/>
          <p:nvPr/>
        </p:nvSpPr>
        <p:spPr>
          <a:xfrm>
            <a:off x="640080" y="2148840"/>
            <a:ext cx="3017520" cy="4233672"/>
          </a:xfrm>
          <a:prstGeom prst="rect">
            <a:avLst/>
          </a:prstGeom>
          <a:solidFill>
            <a:srgbClr val="1C1C26"/>
          </a:solidFill>
          <a:ln w="12700">
            <a:solidFill>
              <a:srgbClr val="D4A95A"/>
            </a:solidFill>
            <a:prstDash val="solid"/>
          </a:ln>
          <a:effectLst>
            <a:outerShdw blurRad="1143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Example 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2240280"/>
            <a:ext cx="2834640" cy="4050792"/>
          </a:xfrm>
          <a:prstGeom prst="rect">
            <a:avLst/>
          </a:prstGeom>
        </p:spPr>
      </p:pic>
      <p:sp>
        <p:nvSpPr>
          <p:cNvPr id="7" name="Caption Block"/>
          <p:cNvSpPr/>
          <p:nvPr/>
        </p:nvSpPr>
        <p:spPr>
          <a:xfrm>
            <a:off x="4023360" y="2148840"/>
            <a:ext cx="7543800" cy="4233672"/>
          </a:xfrm>
          <a:prstGeom prst="rect">
            <a:avLst/>
          </a:prstGeom>
          <a:solidFill>
            <a:srgbClr val="1C1C26"/>
          </a:solidFill>
          <a:ln w="12700">
            <a:solidFill>
              <a:srgbClr val="33333F"/>
            </a:solidFill>
            <a:prstDash val="solid"/>
          </a:ln>
          <a:effectLst>
            <a:outerShdw blurRad="1143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Block Heading"/>
          <p:cNvSpPr/>
          <p:nvPr/>
        </p:nvSpPr>
        <p:spPr>
          <a:xfrm>
            <a:off x="4297680" y="2331720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DETAILS</a:t>
            </a:r>
            <a:endParaRPr lang="en-US" sz="1100" dirty="0"/>
          </a:p>
        </p:txBody>
      </p:sp>
      <p:sp>
        <p:nvSpPr>
          <p:cNvPr id="9" name="Block Title"/>
          <p:cNvSpPr/>
          <p:nvPr/>
        </p:nvSpPr>
        <p:spPr>
          <a:xfrm>
            <a:off x="4297680" y="2697480"/>
            <a:ext cx="70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Portrait ✕ Forest</a:t>
            </a:r>
            <a:endParaRPr lang="en-US" sz="2400" dirty="0"/>
          </a:p>
        </p:txBody>
      </p:sp>
      <p:sp>
        <p:nvSpPr>
          <p:cNvPr id="10" name="Divider"/>
          <p:cNvSpPr/>
          <p:nvPr/>
        </p:nvSpPr>
        <p:spPr>
          <a:xfrm>
            <a:off x="4297680" y="3337560"/>
            <a:ext cx="457200" cy="0"/>
          </a:xfrm>
          <a:prstGeom prst="line">
            <a:avLst/>
          </a:prstGeom>
          <a:ln w="19050">
            <a:solidFill>
              <a:srgbClr val="D4A95A"/>
            </a:solidFill>
          </a:ln>
        </p:spPr>
      </p:sp>
      <p:sp>
        <p:nvSpPr>
          <p:cNvPr id="11" name="Label 1"/>
          <p:cNvSpPr/>
          <p:nvPr/>
        </p:nvSpPr>
        <p:spPr>
          <a:xfrm>
            <a:off x="4297680" y="3520440"/>
            <a:ext cx="2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MODE</a:t>
            </a:r>
            <a:endParaRPr lang="en-US" sz="1000" dirty="0"/>
          </a:p>
        </p:txBody>
      </p:sp>
      <p:sp>
        <p:nvSpPr>
          <p:cNvPr id="12" name="Value 1"/>
          <p:cNvSpPr/>
          <p:nvPr/>
        </p:nvSpPr>
        <p:spPr>
          <a:xfrm>
            <a:off x="4297680" y="3794760"/>
            <a:ext cx="24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+ Screen</a:t>
            </a:r>
            <a:endParaRPr lang="en-US" sz="1500" dirty="0"/>
          </a:p>
        </p:txBody>
      </p:sp>
      <p:sp>
        <p:nvSpPr>
          <p:cNvPr id="13" name="Label 2"/>
          <p:cNvSpPr/>
          <p:nvPr/>
        </p:nvSpPr>
        <p:spPr>
          <a:xfrm>
            <a:off x="6900000" y="3520440"/>
            <a:ext cx="2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SEGMENTATION</a:t>
            </a:r>
            <a:endParaRPr lang="en-US" sz="1000" dirty="0"/>
          </a:p>
        </p:txBody>
      </p:sp>
      <p:sp>
        <p:nvSpPr>
          <p:cNvPr id="14" name="Value 2"/>
          <p:cNvSpPr/>
          <p:nvPr/>
        </p:nvSpPr>
        <p:spPr>
          <a:xfrm>
            <a:off x="6900000" y="3794760"/>
            <a:ext cx="24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Selfie</a:t>
            </a:r>
            <a:endParaRPr lang="en-US" sz="1500" dirty="0"/>
          </a:p>
        </p:txBody>
      </p:sp>
      <p:sp>
        <p:nvSpPr>
          <p:cNvPr id="15" name="Label 3"/>
          <p:cNvSpPr/>
          <p:nvPr/>
        </p:nvSpPr>
        <p:spPr>
          <a:xfrm>
            <a:off x="9450000" y="3520440"/>
            <a:ext cx="1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TIME</a:t>
            </a:r>
            <a:endParaRPr lang="en-US" sz="1000" dirty="0"/>
          </a:p>
        </p:txBody>
      </p:sp>
      <p:sp>
        <p:nvSpPr>
          <p:cNvPr id="16" name="Value 3"/>
          <p:cNvSpPr/>
          <p:nvPr/>
        </p:nvSpPr>
        <p:spPr>
          <a:xfrm>
            <a:off x="9450000" y="3794760"/>
            <a:ext cx="1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 s</a:t>
            </a:r>
            <a:endParaRPr lang="en-US" sz="1500" dirty="0"/>
          </a:p>
        </p:txBody>
      </p:sp>
      <p:sp>
        <p:nvSpPr>
          <p:cNvPr id="17" name="Effects Heading"/>
          <p:cNvSpPr/>
          <p:nvPr/>
        </p:nvSpPr>
        <p:spPr>
          <a:xfrm>
            <a:off x="4297680" y="4343400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APPLIED</a:t>
            </a:r>
            <a:endParaRPr lang="en-US" sz="1000" dirty="0"/>
          </a:p>
        </p:txBody>
      </p:sp>
      <p:sp>
        <p:nvSpPr>
          <p:cNvPr id="18" name="Effect Pill 1"/>
          <p:cNvSpPr/>
          <p:nvPr/>
        </p:nvSpPr>
        <p:spPr>
          <a:xfrm>
            <a:off x="4297680" y="4663440"/>
            <a:ext cx="128000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95A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100" dirty="0"/>
          </a:p>
        </p:txBody>
      </p:sp>
      <p:sp>
        <p:nvSpPr>
          <p:cNvPr id="19" name="Effect Pill 2"/>
          <p:cNvSpPr/>
          <p:nvPr/>
        </p:nvSpPr>
        <p:spPr>
          <a:xfrm>
            <a:off x="5650000" y="4663440"/>
            <a:ext cx="128000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95A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100" dirty="0"/>
          </a:p>
        </p:txBody>
      </p:sp>
      <p:sp>
        <p:nvSpPr>
          <p:cNvPr id="20" name="Effect Pill 3"/>
          <p:cNvSpPr/>
          <p:nvPr/>
        </p:nvSpPr>
        <p:spPr>
          <a:xfrm>
            <a:off x="7002320" y="4663440"/>
            <a:ext cx="128000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95A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100" dirty="0"/>
          </a:p>
        </p:txBody>
      </p:sp>
      <p:sp>
        <p:nvSpPr>
          <p:cNvPr id="21" name="Effect Pill 4"/>
          <p:cNvSpPr/>
          <p:nvPr/>
        </p:nvSpPr>
        <p:spPr>
          <a:xfrm>
            <a:off x="8354640" y="4663440"/>
            <a:ext cx="1280000" cy="3657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4A95A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Mask</a:t>
            </a:r>
            <a:endParaRPr lang="en-US" sz="1100" dirty="0"/>
          </a:p>
        </p:txBody>
      </p:sp>
      <p:sp>
        <p:nvSpPr>
          <p:cNvPr id="22" name="Quote Block"/>
          <p:cNvSpPr/>
          <p:nvPr/>
        </p:nvSpPr>
        <p:spPr>
          <a:xfrm>
            <a:off x="4297680" y="5350000"/>
            <a:ext cx="70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C2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subject is preserved by the AI mask while the forest texture fills the silhouette — producing a single composition where person and landscape become inseparable.</a:t>
            </a:r>
            <a:endParaRPr lang="en-US" sz="1300" dirty="0"/>
          </a:p>
        </p:txBody>
      </p:sp>
      <p:sp>
        <p:nvSpPr>
          <p:cNvPr id="23" name="Footer Left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Exposure Darkroom Studio</a:t>
            </a:r>
            <a:endParaRPr lang="en-US" sz="1000" dirty="0"/>
          </a:p>
        </p:txBody>
      </p:sp>
      <p:sp>
        <p:nvSpPr>
          <p:cNvPr id="24" name="Footer Right"/>
          <p:cNvSpPr/>
          <p:nvPr/>
        </p:nvSpPr>
        <p:spPr>
          <a:xfrm>
            <a:off x="108200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457</Words>
  <Application>Microsoft Office PowerPoint</Application>
  <PresentationFormat>Widescreen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Exposure Darkroom Studio</dc:title>
  <dc:subject>PptxGenJS Presentation</dc:subject>
  <dc:creator>Omar Shanaa</dc:creator>
  <cp:lastModifiedBy>Omar Shanaa</cp:lastModifiedBy>
  <cp:revision>2</cp:revision>
  <dcterms:created xsi:type="dcterms:W3CDTF">2026-05-17T14:39:54Z</dcterms:created>
  <dcterms:modified xsi:type="dcterms:W3CDTF">2026-05-17T14:53:51Z</dcterms:modified>
</cp:coreProperties>
</file>